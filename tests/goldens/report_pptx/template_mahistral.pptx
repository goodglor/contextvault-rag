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81D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181D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4181D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181D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81D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81D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81D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81D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81D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81D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
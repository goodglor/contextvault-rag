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2F5FA"/>
                </a:solidFill>
              </a:rPr>
              <a:t>Квартальний звіт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2F5FA"/>
                </a:solidFill>
              </a:rPr>
              <a:t>Активи Apple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157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2F5FA"/>
                </a:solidFill>
              </a:rPr>
              <a:t>Рядків: 2   ·   Сума Сума: 717,56 млрд   ·   Середнє Сума: 358,78 млрд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4470"/>
            <a:ext cx="11094415" cy="48605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6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2F5FA"/>
                </a:solidFill>
              </a:rPr>
              <a:t>Активи Apple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28700"/>
          <a:ext cx="1109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121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F5FA"/>
                          </a:solidFill>
                        </a:rPr>
                        <a:t>Рік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2F5FA"/>
                          </a:solidFill>
                        </a:rPr>
                        <a:t>Сума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2F5FA"/>
                          </a:solidFill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2F5FA"/>
                          </a:solidFill>
                        </a:rPr>
                        <a:t>364,98 млрд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2F5FA"/>
                          </a:solidFill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2F5FA"/>
                          </a:solidFill>
                        </a:rPr>
                        <a:t>352,58 млрд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
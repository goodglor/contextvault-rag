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0151E"/>
                </a:solidFill>
              </a:rPr>
              <a:t>Квартальний звіт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0151E"/>
                </a:solidFill>
              </a:rPr>
              <a:t>Політика відпусток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3157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0151E"/>
                </a:solidFill>
              </a:rPr>
              <a:t>Співробітники накопичують відпустку щомісяця.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0151E"/>
                </a:solidFill>
              </a:rPr>
              <a:t>Джерела / Sources: [1] policy.pdf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
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51E"/>
                </a:solidFill>
              </a:rPr>
              <a:t>Квартальний звіт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151E"/>
                </a:solidFill>
              </a:rPr>
              <a:t>Активи Apple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157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0151E"/>
                </a:solidFill>
              </a:rPr>
              <a:t>У базі даних немає даних, що відповідають цьому запитанню.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
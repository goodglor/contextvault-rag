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51E"/>
                </a:solidFill>
              </a:rPr>
              <a:t>Квартальний звіт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Активи Apple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0151E"/>
                </a:solidFill>
              </a:rPr>
              <a:t>Рядків: 2   ·   Сума Сума: 717,56 млрд   ·   Середнє Сума: 358,78 млрд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4470"/>
            <a:ext cx="11094415" cy="4860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151E"/>
                </a:solidFill>
              </a:rPr>
              <a:t>Активи Apple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028700"/>
          <a:ext cx="110944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121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Рік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0151E"/>
                          </a:solidFill>
                        </a:rPr>
                        <a:t>Сума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364,98 млрд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0151E"/>
                          </a:solidFill>
                        </a:rPr>
                        <a:t>352,58 млрд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Політика відпусток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0151E"/>
                </a:solidFill>
              </a:rPr>
              <a:t>Співробітники накопичують відпустку щомісяця.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0151E"/>
                </a:solidFill>
              </a:rPr>
              <a:t>Джерела / Sources: [1] policy.pdf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0151E"/>
                </a:solidFill>
              </a:rPr>
              <a:t>Невдала секція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157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0151E"/>
                </a:solidFill>
              </a:rPr>
              <a:t>⚠ Цей розділ не вдалося сформувати.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10151E"/>
                </a:solidFill>
              </a:rPr>
              <a:t>relation "missing" does not exist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
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0151E"/>
                </a:solidFill>
              </a:rPr>
              <a:t>Рядків: 20   ·   Сума Сума: 190 тис.   ·   Середнє Сума: 9,5 тис.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7447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2813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1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4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5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6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7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8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9 тис.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10 тис.</a:t>
                      </a:r>
                    </a:p>
                  </a:txBody>
                  <a:tcPr/>
                </a:tc>
              </a:tr>
              <a:tr h="281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11 тис.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0151E"/>
                </a:solidFill>
              </a:rPr>
              <a:t>… ще 8 рядків не показано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